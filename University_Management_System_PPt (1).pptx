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6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704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4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5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6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0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1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04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5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228601"/>
            <a:ext cx="5521071" cy="125253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 smtClean="0"/>
              <a:t>SQL: </a:t>
            </a:r>
            <a:r>
              <a:rPr lang="en-US" sz="3600" u="sng" dirty="0" smtClean="0"/>
              <a:t>Assignment</a:t>
            </a:r>
            <a:endParaRPr sz="36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505075"/>
            <a:ext cx="6446520" cy="33273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000" dirty="0"/>
              <a:t>University </a:t>
            </a:r>
            <a:br>
              <a:rPr lang="en-IN" sz="4000" dirty="0"/>
            </a:br>
            <a:r>
              <a:rPr lang="en-IN" sz="4000" dirty="0"/>
              <a:t>Management System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Universities manage data related to students, faculty, courses, and departments</a:t>
            </a:r>
            <a:r>
              <a:rPr lang="en-US" dirty="0" smtClean="0"/>
              <a:t>.</a:t>
            </a:r>
          </a:p>
          <a:p>
            <a:r>
              <a:rPr lang="en-US" dirty="0"/>
              <a:t>Proper management and analysis of this data is important for academic planning.</a:t>
            </a:r>
          </a:p>
          <a:p>
            <a:r>
              <a:rPr lang="en-US" dirty="0"/>
              <a:t>This project uses a University Management System database and SQL queries to analyze student performance, enrollments, and workload.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Track student enrollments &amp; performance</a:t>
            </a:r>
          </a:p>
          <a:p>
            <a:r>
              <a:rPr dirty="0"/>
              <a:t>• Analyze course popularity</a:t>
            </a:r>
          </a:p>
          <a:p>
            <a:r>
              <a:rPr dirty="0"/>
              <a:t>• Evaluate professor &amp; department workload</a:t>
            </a:r>
          </a:p>
          <a:p>
            <a:r>
              <a:rPr dirty="0"/>
              <a:t>• Support academic </a:t>
            </a:r>
            <a:r>
              <a:rPr dirty="0" smtClean="0"/>
              <a:t>decision-making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</a:t>
            </a:r>
          </a:p>
          <a:p>
            <a:r>
              <a:t>Courses</a:t>
            </a:r>
          </a:p>
          <a:p>
            <a:r>
              <a:t>Professors</a:t>
            </a:r>
          </a:p>
          <a:p>
            <a:r>
              <a:t>Enrollments</a:t>
            </a:r>
          </a:p>
          <a:p>
            <a:r>
              <a:t>Departments</a:t>
            </a:r>
          </a:p>
          <a:p>
            <a:r>
              <a:t>ProfessorDepartments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Q1: Students with Highest </a:t>
            </a:r>
            <a:r>
              <a:rPr dirty="0" smtClean="0"/>
              <a:t>Enrollments</a:t>
            </a:r>
            <a:r>
              <a:rPr lang="en-US" dirty="0" smtClean="0"/>
              <a:t> in course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634250"/>
            <a:ext cx="6446520" cy="4985625"/>
          </a:xfrm>
        </p:spPr>
        <p:txBody>
          <a:bodyPr>
            <a:normAutofit/>
          </a:bodyPr>
          <a:lstStyle/>
          <a:p>
            <a:r>
              <a:rPr dirty="0"/>
              <a:t>SQL Query: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Result: </a:t>
            </a:r>
            <a:r>
              <a:rPr lang="en-US" dirty="0" smtClean="0"/>
              <a:t>'Manish </a:t>
            </a:r>
            <a:r>
              <a:rPr lang="en-US" dirty="0" err="1" smtClean="0"/>
              <a:t>Rana</a:t>
            </a:r>
            <a:r>
              <a:rPr lang="en-US" dirty="0" smtClean="0"/>
              <a:t>’ </a:t>
            </a:r>
            <a:r>
              <a:rPr dirty="0" smtClean="0"/>
              <a:t>Highly </a:t>
            </a:r>
            <a:r>
              <a:rPr dirty="0"/>
              <a:t>enrolled students show strong academic engagement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469" y="2669698"/>
            <a:ext cx="3117781" cy="17907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5" y="2613937"/>
            <a:ext cx="3718065" cy="19023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High Grade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Query: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Result: These students are eligible for merit-based scholarships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74" y="2928424"/>
            <a:ext cx="2964749" cy="134688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40" y="2746033"/>
            <a:ext cx="3345470" cy="17116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Average Grade per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1"/>
            <a:ext cx="6446520" cy="4351337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dirty="0" smtClean="0"/>
          </a:p>
          <a:p>
            <a:r>
              <a:rPr dirty="0" smtClean="0"/>
              <a:t>Result</a:t>
            </a:r>
            <a:r>
              <a:rPr dirty="0"/>
              <a:t>: Helps identify students needing academic counseling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45" y="1691322"/>
            <a:ext cx="3935880" cy="333388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211" y="1981201"/>
            <a:ext cx="2918713" cy="24765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Q4: </a:t>
            </a:r>
            <a:r>
              <a:rPr dirty="0" smtClean="0"/>
              <a:t>Top </a:t>
            </a:r>
            <a:r>
              <a:rPr dirty="0"/>
              <a:t>5 Most Enrolled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Query:</a:t>
            </a:r>
          </a:p>
          <a:p>
            <a:pPr marL="0" indent="0">
              <a:buNone/>
            </a:pPr>
            <a:endParaRPr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Result: Popular courses reflect student demand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26" y="2352615"/>
            <a:ext cx="3600599" cy="230511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90" y="2485977"/>
            <a:ext cx="2865368" cy="18097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Q5: Course </a:t>
            </a:r>
            <a:r>
              <a:rPr lang="en-US" dirty="0"/>
              <a:t>with low enrollment numbers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Query: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Result: Indicates workload or popularity</a:t>
            </a:r>
            <a:r>
              <a:rPr dirty="0" smtClean="0"/>
              <a:t>.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3" y="2384970"/>
            <a:ext cx="4295917" cy="19012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50" y="2755512"/>
            <a:ext cx="3109084" cy="11601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Q6: Average </a:t>
            </a:r>
            <a:r>
              <a:rPr lang="en-US" dirty="0"/>
              <a:t>workload by Total Credits  as per Student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Query: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  <a:p>
            <a:r>
              <a:rPr dirty="0"/>
              <a:t>Result: </a:t>
            </a:r>
            <a:r>
              <a:rPr lang="en-US" dirty="0" smtClean="0"/>
              <a:t>workload balanced</a:t>
            </a:r>
            <a:r>
              <a:rPr dirty="0" smtClean="0"/>
              <a:t>.</a:t>
            </a:r>
            <a:endParaRPr dirty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72" y="2316397"/>
            <a:ext cx="4686706" cy="241752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10" y="2638374"/>
            <a:ext cx="1891640" cy="122877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Q7: Average </a:t>
            </a:r>
            <a:r>
              <a:rPr lang="en-US" dirty="0"/>
              <a:t>grade distribution across all departments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883" y="1828802"/>
            <a:ext cx="6683041" cy="4257674"/>
          </a:xfrm>
        </p:spPr>
        <p:txBody>
          <a:bodyPr/>
          <a:lstStyle/>
          <a:p>
            <a:r>
              <a:rPr lang="en-IN" dirty="0"/>
              <a:t>SQL Query</a:t>
            </a:r>
            <a:r>
              <a:rPr lang="en-IN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IN" dirty="0"/>
              <a:t>Result</a:t>
            </a:r>
            <a:r>
              <a:rPr lang="en-IN" dirty="0" smtClean="0"/>
              <a:t>: </a:t>
            </a:r>
            <a:r>
              <a:rPr lang="en-IN" dirty="0" err="1" smtClean="0"/>
              <a:t>Mechnical</a:t>
            </a:r>
            <a:r>
              <a:rPr lang="en-IN" dirty="0" smtClean="0"/>
              <a:t> departments shows best performance.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83" y="2310631"/>
            <a:ext cx="3604941" cy="309956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345" y="2524077"/>
            <a:ext cx="3078100" cy="217174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374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Q8: </a:t>
            </a:r>
            <a:r>
              <a:rPr lang="en-IN" dirty="0" smtClean="0"/>
              <a:t>Difficult </a:t>
            </a:r>
            <a:r>
              <a:rPr lang="en-IN" dirty="0"/>
              <a:t>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 Query</a:t>
            </a:r>
            <a:r>
              <a:rPr lang="en-IN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Result: Civil </a:t>
            </a:r>
            <a:r>
              <a:rPr lang="en-US" dirty="0" err="1" smtClean="0"/>
              <a:t>deparment</a:t>
            </a:r>
            <a:r>
              <a:rPr lang="en-US" dirty="0" smtClean="0"/>
              <a:t> fount difficult course.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90" y="2280155"/>
            <a:ext cx="3775859" cy="30025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263" y="2546878"/>
            <a:ext cx="3078712" cy="222514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488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Q9: </a:t>
            </a:r>
            <a:r>
              <a:rPr lang="en-IN" dirty="0" smtClean="0"/>
              <a:t>Grade </a:t>
            </a:r>
            <a:r>
              <a:rPr lang="en-IN" dirty="0"/>
              <a:t>trends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SQL Query</a:t>
            </a:r>
            <a:r>
              <a:rPr lang="en-IN" dirty="0" smtClean="0"/>
              <a:t>:</a:t>
            </a:r>
          </a:p>
          <a:p>
            <a:endParaRPr lang="en-IN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Result:Course</a:t>
            </a:r>
            <a:r>
              <a:rPr lang="en-US" dirty="0" smtClean="0"/>
              <a:t> </a:t>
            </a:r>
            <a:r>
              <a:rPr lang="en-IN" dirty="0"/>
              <a:t>adaptation</a:t>
            </a:r>
            <a:r>
              <a:rPr lang="en-US" dirty="0" smtClean="0"/>
              <a:t> by students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3" y="2209648"/>
            <a:ext cx="4831499" cy="350550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77" y="2971760"/>
            <a:ext cx="2667098" cy="9906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9404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Q10: Risk </a:t>
            </a:r>
            <a:r>
              <a:rPr lang="en-US" dirty="0"/>
              <a:t>of failing based on their grades and number of courses taken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SQL Query: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Result: </a:t>
            </a:r>
            <a:r>
              <a:rPr lang="en-US" dirty="0" smtClean="0"/>
              <a:t>Above students  have a risk of failing.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65" y="2289668"/>
            <a:ext cx="3909399" cy="32692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471" y="2659268"/>
            <a:ext cx="3193057" cy="16650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565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Q11: Students </a:t>
            </a:r>
            <a:r>
              <a:rPr lang="en-US" dirty="0"/>
              <a:t>enrolled in higher-credit courses tend to achieve better grades.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SQL Query: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Result: False, course with higher credit are also average as other courses.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72" y="2367789"/>
            <a:ext cx="3532003" cy="305193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046" y="3253622"/>
            <a:ext cx="2111004" cy="10993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187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SQL-based analysis helps universities improve academic planning,</a:t>
            </a:r>
          </a:p>
          <a:p>
            <a:r>
              <a:t>identify performance trends, and optimize resources.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time.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82</TotalTime>
  <Words>326</Words>
  <Application>Microsoft Office PowerPoint</Application>
  <PresentationFormat>On-screen Show (4:3)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Schoolbook</vt:lpstr>
      <vt:lpstr>Wingdings 2</vt:lpstr>
      <vt:lpstr>View</vt:lpstr>
      <vt:lpstr>SQL: Assignment</vt:lpstr>
      <vt:lpstr>Introduction</vt:lpstr>
      <vt:lpstr>Project Objectives</vt:lpstr>
      <vt:lpstr>Database Schema</vt:lpstr>
      <vt:lpstr>Q1: Students with Highest Enrollments in course</vt:lpstr>
      <vt:lpstr>Q2: High Grade Students</vt:lpstr>
      <vt:lpstr>Q3: Average Grade per Student</vt:lpstr>
      <vt:lpstr>Q4: Top 5 Most Enrolled Courses</vt:lpstr>
      <vt:lpstr>Q5: Course with low enrollment numbers</vt:lpstr>
      <vt:lpstr>Q6: Average workload by Total Credits  as per Student</vt:lpstr>
      <vt:lpstr>Q7: Average grade distribution across all departments</vt:lpstr>
      <vt:lpstr>Q8: Difficult courses</vt:lpstr>
      <vt:lpstr>Q9: Grade trends over time</vt:lpstr>
      <vt:lpstr>Q10: Risk of failing based on their grades and number of courses taken</vt:lpstr>
      <vt:lpstr>Q11: Students enrolled in higher-credit courses tend to achieve better grades.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</dc:title>
  <dc:subject/>
  <dc:creator>ankit yadav</dc:creator>
  <cp:keywords/>
  <dc:description>generated using python-pptx</dc:description>
  <cp:lastModifiedBy>Microsoft account</cp:lastModifiedBy>
  <cp:revision>12</cp:revision>
  <dcterms:created xsi:type="dcterms:W3CDTF">2013-01-27T09:14:16Z</dcterms:created>
  <dcterms:modified xsi:type="dcterms:W3CDTF">2026-01-08T16:16:16Z</dcterms:modified>
  <cp:category/>
</cp:coreProperties>
</file>